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152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13D"/>
                </a:solidFill>
                <a:latin typeface="Aptos"/>
              </a:defRPr>
            </a:pPr>
            <a:r>
              <a:t>WEEK 2 WEB APPLICATION</a:t>
            </a:r>
            <a:br/>
            <a:r>
              <a:t>INTERNSHIP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52CA"/>
                </a:solidFill>
                <a:latin typeface="Aptos"/>
              </a:defRPr>
            </a:pPr>
            <a:r>
              <a:t>Responsive Portfolio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667085"/>
                </a:solidFill>
                <a:latin typeface="Aptos"/>
              </a:defRPr>
            </a:pPr>
            <a:r>
              <a:t>Prepared by: Nagaraju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667085"/>
                </a:solidFill>
                <a:latin typeface="Aptos"/>
              </a:defRPr>
            </a:pPr>
            <a:r>
              <a:t>HTML5  •  CSS3  •  JavaScript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67085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A frontend learning project built for the Week 2 internship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14213D"/>
                </a:solidFill>
                <a:latin typeface="Aptos"/>
              </a:defRPr>
            </a:pPr>
            <a:r>
              <a:t>•  Build a clear multi-section portfolio website.</a:t>
            </a:r>
          </a:p>
          <a:p>
            <a:pPr>
              <a:spcAft>
                <a:spcPts val="1800"/>
              </a:spcAft>
              <a:defRPr sz="2100">
                <a:solidFill>
                  <a:srgbClr val="14213D"/>
                </a:solidFill>
                <a:latin typeface="Aptos"/>
              </a:defRPr>
            </a:pPr>
            <a:r>
              <a:t>•  Practise semantic HTML, CSS styling, and JavaScript events.</a:t>
            </a:r>
          </a:p>
          <a:p>
            <a:pPr>
              <a:spcAft>
                <a:spcPts val="1800"/>
              </a:spcAft>
              <a:defRPr sz="2100">
                <a:solidFill>
                  <a:srgbClr val="14213D"/>
                </a:solidFill>
                <a:latin typeface="Aptos"/>
              </a:defRPr>
            </a:pPr>
            <a:r>
              <a:t>•  Make the layout work on desktop and mobile screens.</a:t>
            </a:r>
          </a:p>
          <a:p>
            <a:pPr>
              <a:spcAft>
                <a:spcPts val="1800"/>
              </a:spcAft>
              <a:defRPr sz="2100">
                <a:solidFill>
                  <a:srgbClr val="14213D"/>
                </a:solidFill>
                <a:latin typeface="Aptos"/>
              </a:defRPr>
            </a:pPr>
            <a:r>
              <a:t>•  Demonstrate form validation and a responsive navigation menu.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Three core technologies power the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971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152CA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7085"/>
                </a:solidFill>
                <a:latin typeface="Aptos"/>
              </a:defRPr>
            </a:pPr>
            <a:r>
              <a:t>Structure and semantic sections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920240"/>
            <a:ext cx="2971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7957D5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718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7085"/>
                </a:solidFill>
                <a:latin typeface="Aptos"/>
              </a:defRPr>
            </a:pPr>
            <a:r>
              <a:t>Layout, colours, spacing and responsive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20240"/>
            <a:ext cx="2971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1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DC7E27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971800"/>
            <a:ext cx="2514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7085"/>
                </a:solidFill>
                <a:latin typeface="Aptos"/>
              </a:defRPr>
            </a:pPr>
            <a:r>
              <a:t>Events, menu toggle and form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"/>
              </a:defRPr>
            </a:pPr>
            <a:r>
              <a:t>Website Sections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The page is organised into meaningful, easy-to-navigate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4213D"/>
                </a:solidFill>
                <a:latin typeface="Aptos"/>
              </a:defRPr>
            </a:pPr>
            <a:r>
              <a:t>•  Header and navigation menu</a:t>
            </a:r>
          </a:p>
          <a:p>
            <a:pPr>
              <a:spcAft>
                <a:spcPts val="1800"/>
              </a:spcAft>
              <a:defRPr sz="2000">
                <a:solidFill>
                  <a:srgbClr val="14213D"/>
                </a:solidFill>
                <a:latin typeface="Aptos"/>
              </a:defRPr>
            </a:pPr>
            <a:r>
              <a:t>•  Hero introduction and call-to-action buttons</a:t>
            </a:r>
          </a:p>
          <a:p>
            <a:pPr>
              <a:spcAft>
                <a:spcPts val="1800"/>
              </a:spcAft>
              <a:defRPr sz="2000">
                <a:solidFill>
                  <a:srgbClr val="14213D"/>
                </a:solidFill>
                <a:latin typeface="Aptos"/>
              </a:defRPr>
            </a:pPr>
            <a:r>
              <a:t>•  About section and focus-area service cards</a:t>
            </a:r>
          </a:p>
          <a:p>
            <a:pPr>
              <a:spcAft>
                <a:spcPts val="1800"/>
              </a:spcAft>
              <a:defRPr sz="2000">
                <a:solidFill>
                  <a:srgbClr val="14213D"/>
                </a:solidFill>
                <a:latin typeface="Aptos"/>
              </a:defRPr>
            </a:pPr>
            <a:r>
              <a:t>•  Skills section with visual progress bars</a:t>
            </a:r>
          </a:p>
          <a:p>
            <a:pPr>
              <a:spcAft>
                <a:spcPts val="1800"/>
              </a:spcAft>
              <a:defRPr sz="2000">
                <a:solidFill>
                  <a:srgbClr val="14213D"/>
                </a:solidFill>
                <a:latin typeface="Aptos"/>
              </a:defRPr>
            </a:pPr>
            <a:r>
              <a:t>•  Contact form and 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"/>
              </a:defRPr>
            </a:pPr>
            <a:r>
              <a:t>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JavaScript makes the page respond to user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Greeting button displays a browser alert.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Mobile menu opens and closes on small screens.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Contact form validates name, email, and message length.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Feedback is displayed for invalid and valid demo submissions.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The contact form is frontend-only; it does not send email.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"/>
              </a:defRPr>
            </a:pPr>
            <a:r>
              <a:t>Testing and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67085"/>
                </a:solidFill>
                <a:latin typeface="Aptos"/>
              </a:defRPr>
            </a:pPr>
            <a:r>
              <a:t>Manual checks help confirm that the project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Check every navigation link.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Test the greeting alert and mobile menu.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Try empty, invalid, and valid contact form inputs.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Resize the browser to check responsive layout.</a:t>
            </a:r>
          </a:p>
          <a:p>
            <a:pPr>
              <a:spcAft>
                <a:spcPts val="1800"/>
              </a:spcAft>
              <a:defRPr sz="1900">
                <a:solidFill>
                  <a:srgbClr val="14213D"/>
                </a:solidFill>
                <a:latin typeface="Aptos"/>
              </a:defRPr>
            </a:pPr>
            <a:r>
              <a:t>•  Practise HTML structure, CSS Grid/Flexbox, media queries, and DOM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4213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152CA"/>
                </a:solidFill>
                <a:latin typeface="Aptos"/>
              </a:defRPr>
            </a:pPr>
            <a:r>
              <a:t>This project demonstrates the core requirements of the Week 2 frontend task.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13D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•  Personalise contact details and content.</a:t>
            </a:r>
          </a:p>
          <a:p>
            <a:pPr>
              <a:spcAft>
                <a:spcPts val="18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•  Capture 2–3 real browser screenshots.</a:t>
            </a:r>
          </a:p>
          <a:p>
            <a:pPr>
              <a:spcAft>
                <a:spcPts val="1800"/>
              </a:spcAft>
              <a:defRPr sz="1700">
                <a:solidFill>
                  <a:srgbClr val="14213D"/>
                </a:solidFill>
                <a:latin typeface="Aptos"/>
              </a:defRPr>
            </a:pPr>
            <a:r>
              <a:t>•  Test the project and prepare it for GitHub or ZIP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67085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